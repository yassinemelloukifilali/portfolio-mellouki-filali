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56" r:id="rId4"/>
  </p:sldIdLst>
  <p:sldSz cx="12020550" cy="73802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8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2569" y="1207839"/>
            <a:ext cx="9015413" cy="2569434"/>
          </a:xfrm>
        </p:spPr>
        <p:txBody>
          <a:bodyPr anchor="b"/>
          <a:lstStyle>
            <a:lvl1pPr algn="ctr">
              <a:defRPr sz="5915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2569" y="3876360"/>
            <a:ext cx="9015413" cy="1781861"/>
          </a:xfrm>
        </p:spPr>
        <p:txBody>
          <a:bodyPr/>
          <a:lstStyle>
            <a:lvl1pPr marL="0" indent="0" algn="ctr">
              <a:buNone/>
              <a:defRPr sz="2366"/>
            </a:lvl1pPr>
            <a:lvl2pPr marL="450753" indent="0" algn="ctr">
              <a:buNone/>
              <a:defRPr sz="1972"/>
            </a:lvl2pPr>
            <a:lvl3pPr marL="901507" indent="0" algn="ctr">
              <a:buNone/>
              <a:defRPr sz="1775"/>
            </a:lvl3pPr>
            <a:lvl4pPr marL="1352260" indent="0" algn="ctr">
              <a:buNone/>
              <a:defRPr sz="1577"/>
            </a:lvl4pPr>
            <a:lvl5pPr marL="1803014" indent="0" algn="ctr">
              <a:buNone/>
              <a:defRPr sz="1577"/>
            </a:lvl5pPr>
            <a:lvl6pPr marL="2253767" indent="0" algn="ctr">
              <a:buNone/>
              <a:defRPr sz="1577"/>
            </a:lvl6pPr>
            <a:lvl7pPr marL="2704521" indent="0" algn="ctr">
              <a:buNone/>
              <a:defRPr sz="1577"/>
            </a:lvl7pPr>
            <a:lvl8pPr marL="3155274" indent="0" algn="ctr">
              <a:buNone/>
              <a:defRPr sz="1577"/>
            </a:lvl8pPr>
            <a:lvl9pPr marL="3606028" indent="0" algn="ctr">
              <a:buNone/>
              <a:defRPr sz="1577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37C4-229E-4BC8-BF81-EC31C7B874A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9A007-BB31-4CAD-A2CB-2F27F9F48D2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23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37C4-229E-4BC8-BF81-EC31C7B874A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9A007-BB31-4CAD-A2CB-2F27F9F48D2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69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152" y="1839948"/>
            <a:ext cx="10367724" cy="3069994"/>
          </a:xfrm>
        </p:spPr>
        <p:txBody>
          <a:bodyPr anchor="b"/>
          <a:lstStyle>
            <a:lvl1pPr>
              <a:defRPr sz="5915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0152" y="4938986"/>
            <a:ext cx="10367724" cy="1614437"/>
          </a:xfrm>
        </p:spPr>
        <p:txBody>
          <a:bodyPr/>
          <a:lstStyle>
            <a:lvl1pPr marL="0" indent="0">
              <a:buNone/>
              <a:defRPr sz="2366">
                <a:solidFill>
                  <a:schemeClr val="tx1">
                    <a:tint val="75000"/>
                  </a:schemeClr>
                </a:solidFill>
              </a:defRPr>
            </a:lvl1pPr>
            <a:lvl2pPr marL="450753" indent="0">
              <a:buNone/>
              <a:defRPr sz="1972">
                <a:solidFill>
                  <a:schemeClr val="tx1">
                    <a:tint val="75000"/>
                  </a:schemeClr>
                </a:solidFill>
              </a:defRPr>
            </a:lvl2pPr>
            <a:lvl3pPr marL="901507" indent="0">
              <a:buNone/>
              <a:defRPr sz="1775">
                <a:solidFill>
                  <a:schemeClr val="tx1">
                    <a:tint val="75000"/>
                  </a:schemeClr>
                </a:solidFill>
              </a:defRPr>
            </a:lvl3pPr>
            <a:lvl4pPr marL="1352260" indent="0">
              <a:buNone/>
              <a:defRPr sz="1577">
                <a:solidFill>
                  <a:schemeClr val="tx1">
                    <a:tint val="75000"/>
                  </a:schemeClr>
                </a:solidFill>
              </a:defRPr>
            </a:lvl4pPr>
            <a:lvl5pPr marL="1803014" indent="0">
              <a:buNone/>
              <a:defRPr sz="1577">
                <a:solidFill>
                  <a:schemeClr val="tx1">
                    <a:tint val="75000"/>
                  </a:schemeClr>
                </a:solidFill>
              </a:defRPr>
            </a:lvl5pPr>
            <a:lvl6pPr marL="2253767" indent="0">
              <a:buNone/>
              <a:defRPr sz="1577">
                <a:solidFill>
                  <a:schemeClr val="tx1">
                    <a:tint val="75000"/>
                  </a:schemeClr>
                </a:solidFill>
              </a:defRPr>
            </a:lvl6pPr>
            <a:lvl7pPr marL="2704521" indent="0">
              <a:buNone/>
              <a:defRPr sz="1577">
                <a:solidFill>
                  <a:schemeClr val="tx1">
                    <a:tint val="75000"/>
                  </a:schemeClr>
                </a:solidFill>
              </a:defRPr>
            </a:lvl7pPr>
            <a:lvl8pPr marL="3155274" indent="0">
              <a:buNone/>
              <a:defRPr sz="1577">
                <a:solidFill>
                  <a:schemeClr val="tx1">
                    <a:tint val="75000"/>
                  </a:schemeClr>
                </a:solidFill>
              </a:defRPr>
            </a:lvl8pPr>
            <a:lvl9pPr marL="3606028" indent="0">
              <a:buNone/>
              <a:defRPr sz="15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37C4-229E-4BC8-BF81-EC31C7B874A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9A007-BB31-4CAD-A2CB-2F27F9F48D2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32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6413" y="1964660"/>
            <a:ext cx="5108734" cy="4682725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85403" y="1964660"/>
            <a:ext cx="5108734" cy="4682725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37C4-229E-4BC8-BF81-EC31C7B874A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9A007-BB31-4CAD-A2CB-2F27F9F48D2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001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979" y="392932"/>
            <a:ext cx="10367724" cy="142651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979" y="1809196"/>
            <a:ext cx="5085256" cy="886659"/>
          </a:xfrm>
        </p:spPr>
        <p:txBody>
          <a:bodyPr anchor="b"/>
          <a:lstStyle>
            <a:lvl1pPr marL="0" indent="0">
              <a:buNone/>
              <a:defRPr sz="2366" b="1"/>
            </a:lvl1pPr>
            <a:lvl2pPr marL="450753" indent="0">
              <a:buNone/>
              <a:defRPr sz="1972" b="1"/>
            </a:lvl2pPr>
            <a:lvl3pPr marL="901507" indent="0">
              <a:buNone/>
              <a:defRPr sz="1775" b="1"/>
            </a:lvl3pPr>
            <a:lvl4pPr marL="1352260" indent="0">
              <a:buNone/>
              <a:defRPr sz="1577" b="1"/>
            </a:lvl4pPr>
            <a:lvl5pPr marL="1803014" indent="0">
              <a:buNone/>
              <a:defRPr sz="1577" b="1"/>
            </a:lvl5pPr>
            <a:lvl6pPr marL="2253767" indent="0">
              <a:buNone/>
              <a:defRPr sz="1577" b="1"/>
            </a:lvl6pPr>
            <a:lvl7pPr marL="2704521" indent="0">
              <a:buNone/>
              <a:defRPr sz="1577" b="1"/>
            </a:lvl7pPr>
            <a:lvl8pPr marL="3155274" indent="0">
              <a:buNone/>
              <a:defRPr sz="1577" b="1"/>
            </a:lvl8pPr>
            <a:lvl9pPr marL="3606028" indent="0">
              <a:buNone/>
              <a:defRPr sz="1577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979" y="2695855"/>
            <a:ext cx="5085256" cy="3965197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85404" y="1809196"/>
            <a:ext cx="5110299" cy="886659"/>
          </a:xfrm>
        </p:spPr>
        <p:txBody>
          <a:bodyPr anchor="b"/>
          <a:lstStyle>
            <a:lvl1pPr marL="0" indent="0">
              <a:buNone/>
              <a:defRPr sz="2366" b="1"/>
            </a:lvl1pPr>
            <a:lvl2pPr marL="450753" indent="0">
              <a:buNone/>
              <a:defRPr sz="1972" b="1"/>
            </a:lvl2pPr>
            <a:lvl3pPr marL="901507" indent="0">
              <a:buNone/>
              <a:defRPr sz="1775" b="1"/>
            </a:lvl3pPr>
            <a:lvl4pPr marL="1352260" indent="0">
              <a:buNone/>
              <a:defRPr sz="1577" b="1"/>
            </a:lvl4pPr>
            <a:lvl5pPr marL="1803014" indent="0">
              <a:buNone/>
              <a:defRPr sz="1577" b="1"/>
            </a:lvl5pPr>
            <a:lvl6pPr marL="2253767" indent="0">
              <a:buNone/>
              <a:defRPr sz="1577" b="1"/>
            </a:lvl6pPr>
            <a:lvl7pPr marL="2704521" indent="0">
              <a:buNone/>
              <a:defRPr sz="1577" b="1"/>
            </a:lvl7pPr>
            <a:lvl8pPr marL="3155274" indent="0">
              <a:buNone/>
              <a:defRPr sz="1577" b="1"/>
            </a:lvl8pPr>
            <a:lvl9pPr marL="3606028" indent="0">
              <a:buNone/>
              <a:defRPr sz="1577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85404" y="2695855"/>
            <a:ext cx="5110299" cy="3965197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37C4-229E-4BC8-BF81-EC31C7B874A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9A007-BB31-4CAD-A2CB-2F27F9F48D2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056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37C4-229E-4BC8-BF81-EC31C7B874A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9A007-BB31-4CAD-A2CB-2F27F9F48D2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68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37C4-229E-4BC8-BF81-EC31C7B874A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9A007-BB31-4CAD-A2CB-2F27F9F48D2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6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979" y="492019"/>
            <a:ext cx="3876940" cy="1722067"/>
          </a:xfrm>
        </p:spPr>
        <p:txBody>
          <a:bodyPr anchor="b"/>
          <a:lstStyle>
            <a:lvl1pPr>
              <a:defRPr sz="3155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0300" y="1062625"/>
            <a:ext cx="6085403" cy="5244788"/>
          </a:xfrm>
        </p:spPr>
        <p:txBody>
          <a:bodyPr/>
          <a:lstStyle>
            <a:lvl1pPr>
              <a:defRPr sz="3155"/>
            </a:lvl1pPr>
            <a:lvl2pPr>
              <a:defRPr sz="2761"/>
            </a:lvl2pPr>
            <a:lvl3pPr>
              <a:defRPr sz="2366"/>
            </a:lvl3pPr>
            <a:lvl4pPr>
              <a:defRPr sz="1972"/>
            </a:lvl4pPr>
            <a:lvl5pPr>
              <a:defRPr sz="1972"/>
            </a:lvl5pPr>
            <a:lvl6pPr>
              <a:defRPr sz="1972"/>
            </a:lvl6pPr>
            <a:lvl7pPr>
              <a:defRPr sz="1972"/>
            </a:lvl7pPr>
            <a:lvl8pPr>
              <a:defRPr sz="1972"/>
            </a:lvl8pPr>
            <a:lvl9pPr>
              <a:defRPr sz="1972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979" y="2214086"/>
            <a:ext cx="3876940" cy="4101869"/>
          </a:xfrm>
        </p:spPr>
        <p:txBody>
          <a:bodyPr/>
          <a:lstStyle>
            <a:lvl1pPr marL="0" indent="0">
              <a:buNone/>
              <a:defRPr sz="1577"/>
            </a:lvl1pPr>
            <a:lvl2pPr marL="450753" indent="0">
              <a:buNone/>
              <a:defRPr sz="1380"/>
            </a:lvl2pPr>
            <a:lvl3pPr marL="901507" indent="0">
              <a:buNone/>
              <a:defRPr sz="1183"/>
            </a:lvl3pPr>
            <a:lvl4pPr marL="1352260" indent="0">
              <a:buNone/>
              <a:defRPr sz="986"/>
            </a:lvl4pPr>
            <a:lvl5pPr marL="1803014" indent="0">
              <a:buNone/>
              <a:defRPr sz="986"/>
            </a:lvl5pPr>
            <a:lvl6pPr marL="2253767" indent="0">
              <a:buNone/>
              <a:defRPr sz="986"/>
            </a:lvl6pPr>
            <a:lvl7pPr marL="2704521" indent="0">
              <a:buNone/>
              <a:defRPr sz="986"/>
            </a:lvl7pPr>
            <a:lvl8pPr marL="3155274" indent="0">
              <a:buNone/>
              <a:defRPr sz="986"/>
            </a:lvl8pPr>
            <a:lvl9pPr marL="3606028" indent="0">
              <a:buNone/>
              <a:defRPr sz="986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37C4-229E-4BC8-BF81-EC31C7B874A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9A007-BB31-4CAD-A2CB-2F27F9F48D2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26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979" y="492019"/>
            <a:ext cx="3876940" cy="1722067"/>
          </a:xfrm>
        </p:spPr>
        <p:txBody>
          <a:bodyPr anchor="b"/>
          <a:lstStyle>
            <a:lvl1pPr>
              <a:defRPr sz="3155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0300" y="1062625"/>
            <a:ext cx="6085403" cy="5244788"/>
          </a:xfrm>
        </p:spPr>
        <p:txBody>
          <a:bodyPr anchor="t"/>
          <a:lstStyle>
            <a:lvl1pPr marL="0" indent="0">
              <a:buNone/>
              <a:defRPr sz="3155"/>
            </a:lvl1pPr>
            <a:lvl2pPr marL="450753" indent="0">
              <a:buNone/>
              <a:defRPr sz="2761"/>
            </a:lvl2pPr>
            <a:lvl3pPr marL="901507" indent="0">
              <a:buNone/>
              <a:defRPr sz="2366"/>
            </a:lvl3pPr>
            <a:lvl4pPr marL="1352260" indent="0">
              <a:buNone/>
              <a:defRPr sz="1972"/>
            </a:lvl4pPr>
            <a:lvl5pPr marL="1803014" indent="0">
              <a:buNone/>
              <a:defRPr sz="1972"/>
            </a:lvl5pPr>
            <a:lvl6pPr marL="2253767" indent="0">
              <a:buNone/>
              <a:defRPr sz="1972"/>
            </a:lvl6pPr>
            <a:lvl7pPr marL="2704521" indent="0">
              <a:buNone/>
              <a:defRPr sz="1972"/>
            </a:lvl7pPr>
            <a:lvl8pPr marL="3155274" indent="0">
              <a:buNone/>
              <a:defRPr sz="1972"/>
            </a:lvl8pPr>
            <a:lvl9pPr marL="3606028" indent="0">
              <a:buNone/>
              <a:defRPr sz="1972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979" y="2214086"/>
            <a:ext cx="3876940" cy="4101869"/>
          </a:xfrm>
        </p:spPr>
        <p:txBody>
          <a:bodyPr/>
          <a:lstStyle>
            <a:lvl1pPr marL="0" indent="0">
              <a:buNone/>
              <a:defRPr sz="1577"/>
            </a:lvl1pPr>
            <a:lvl2pPr marL="450753" indent="0">
              <a:buNone/>
              <a:defRPr sz="1380"/>
            </a:lvl2pPr>
            <a:lvl3pPr marL="901507" indent="0">
              <a:buNone/>
              <a:defRPr sz="1183"/>
            </a:lvl3pPr>
            <a:lvl4pPr marL="1352260" indent="0">
              <a:buNone/>
              <a:defRPr sz="986"/>
            </a:lvl4pPr>
            <a:lvl5pPr marL="1803014" indent="0">
              <a:buNone/>
              <a:defRPr sz="986"/>
            </a:lvl5pPr>
            <a:lvl6pPr marL="2253767" indent="0">
              <a:buNone/>
              <a:defRPr sz="986"/>
            </a:lvl6pPr>
            <a:lvl7pPr marL="2704521" indent="0">
              <a:buNone/>
              <a:defRPr sz="986"/>
            </a:lvl7pPr>
            <a:lvl8pPr marL="3155274" indent="0">
              <a:buNone/>
              <a:defRPr sz="986"/>
            </a:lvl8pPr>
            <a:lvl9pPr marL="3606028" indent="0">
              <a:buNone/>
              <a:defRPr sz="986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37C4-229E-4BC8-BF81-EC31C7B874A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9A007-BB31-4CAD-A2CB-2F27F9F48D2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61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37C4-229E-4BC8-BF81-EC31C7B874A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9A007-BB31-4CAD-A2CB-2F27F9F48D2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61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02206" y="392932"/>
            <a:ext cx="2591931" cy="625445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6413" y="392932"/>
            <a:ext cx="7625536" cy="6254453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637C4-229E-4BC8-BF81-EC31C7B874A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9A007-BB31-4CAD-A2CB-2F27F9F48D2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1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6413" y="392932"/>
            <a:ext cx="10367724" cy="1426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6413" y="1964660"/>
            <a:ext cx="10367724" cy="4682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6413" y="6840434"/>
            <a:ext cx="2704624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637C4-229E-4BC8-BF81-EC31C7B874AE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81807" y="6840434"/>
            <a:ext cx="4056936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9513" y="6840434"/>
            <a:ext cx="2704624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9A007-BB31-4CAD-A2CB-2F27F9F48D2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028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01507" rtl="0" eaLnBrk="1" latinLnBrk="0" hangingPunct="1">
        <a:lnSpc>
          <a:spcPct val="90000"/>
        </a:lnSpc>
        <a:spcBef>
          <a:spcPct val="0"/>
        </a:spcBef>
        <a:buNone/>
        <a:defRPr sz="43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5377" indent="-225377" algn="l" defTabSz="901507" rtl="0" eaLnBrk="1" latinLnBrk="0" hangingPunct="1">
        <a:lnSpc>
          <a:spcPct val="90000"/>
        </a:lnSpc>
        <a:spcBef>
          <a:spcPts val="986"/>
        </a:spcBef>
        <a:buFont typeface="Arial" panose="020B0604020202020204" pitchFamily="34" charset="0"/>
        <a:buChar char="•"/>
        <a:defRPr sz="2761" kern="1200">
          <a:solidFill>
            <a:schemeClr val="tx1"/>
          </a:solidFill>
          <a:latin typeface="+mn-lt"/>
          <a:ea typeface="+mn-ea"/>
          <a:cs typeface="+mn-cs"/>
        </a:defRPr>
      </a:lvl1pPr>
      <a:lvl2pPr marL="676130" indent="-225377" algn="l" defTabSz="901507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2366" kern="1200">
          <a:solidFill>
            <a:schemeClr val="tx1"/>
          </a:solidFill>
          <a:latin typeface="+mn-lt"/>
          <a:ea typeface="+mn-ea"/>
          <a:cs typeface="+mn-cs"/>
        </a:defRPr>
      </a:lvl2pPr>
      <a:lvl3pPr marL="1126884" indent="-225377" algn="l" defTabSz="901507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972" kern="1200">
          <a:solidFill>
            <a:schemeClr val="tx1"/>
          </a:solidFill>
          <a:latin typeface="+mn-lt"/>
          <a:ea typeface="+mn-ea"/>
          <a:cs typeface="+mn-cs"/>
        </a:defRPr>
      </a:lvl3pPr>
      <a:lvl4pPr marL="1577637" indent="-225377" algn="l" defTabSz="901507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5" kern="1200">
          <a:solidFill>
            <a:schemeClr val="tx1"/>
          </a:solidFill>
          <a:latin typeface="+mn-lt"/>
          <a:ea typeface="+mn-ea"/>
          <a:cs typeface="+mn-cs"/>
        </a:defRPr>
      </a:lvl4pPr>
      <a:lvl5pPr marL="2028391" indent="-225377" algn="l" defTabSz="901507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5" kern="1200">
          <a:solidFill>
            <a:schemeClr val="tx1"/>
          </a:solidFill>
          <a:latin typeface="+mn-lt"/>
          <a:ea typeface="+mn-ea"/>
          <a:cs typeface="+mn-cs"/>
        </a:defRPr>
      </a:lvl5pPr>
      <a:lvl6pPr marL="2479144" indent="-225377" algn="l" defTabSz="901507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5" kern="1200">
          <a:solidFill>
            <a:schemeClr val="tx1"/>
          </a:solidFill>
          <a:latin typeface="+mn-lt"/>
          <a:ea typeface="+mn-ea"/>
          <a:cs typeface="+mn-cs"/>
        </a:defRPr>
      </a:lvl6pPr>
      <a:lvl7pPr marL="2929898" indent="-225377" algn="l" defTabSz="901507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5" kern="1200">
          <a:solidFill>
            <a:schemeClr val="tx1"/>
          </a:solidFill>
          <a:latin typeface="+mn-lt"/>
          <a:ea typeface="+mn-ea"/>
          <a:cs typeface="+mn-cs"/>
        </a:defRPr>
      </a:lvl7pPr>
      <a:lvl8pPr marL="3380651" indent="-225377" algn="l" defTabSz="901507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5" kern="1200">
          <a:solidFill>
            <a:schemeClr val="tx1"/>
          </a:solidFill>
          <a:latin typeface="+mn-lt"/>
          <a:ea typeface="+mn-ea"/>
          <a:cs typeface="+mn-cs"/>
        </a:defRPr>
      </a:lvl8pPr>
      <a:lvl9pPr marL="3831405" indent="-225377" algn="l" defTabSz="901507" rtl="0" eaLnBrk="1" latinLnBrk="0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1507" rtl="0" eaLnBrk="1" latinLnBrk="0" hangingPunct="1">
        <a:defRPr sz="1775" kern="1200">
          <a:solidFill>
            <a:schemeClr val="tx1"/>
          </a:solidFill>
          <a:latin typeface="+mn-lt"/>
          <a:ea typeface="+mn-ea"/>
          <a:cs typeface="+mn-cs"/>
        </a:defRPr>
      </a:lvl1pPr>
      <a:lvl2pPr marL="450753" algn="l" defTabSz="901507" rtl="0" eaLnBrk="1" latinLnBrk="0" hangingPunct="1">
        <a:defRPr sz="1775" kern="1200">
          <a:solidFill>
            <a:schemeClr val="tx1"/>
          </a:solidFill>
          <a:latin typeface="+mn-lt"/>
          <a:ea typeface="+mn-ea"/>
          <a:cs typeface="+mn-cs"/>
        </a:defRPr>
      </a:lvl2pPr>
      <a:lvl3pPr marL="901507" algn="l" defTabSz="901507" rtl="0" eaLnBrk="1" latinLnBrk="0" hangingPunct="1">
        <a:defRPr sz="1775" kern="1200">
          <a:solidFill>
            <a:schemeClr val="tx1"/>
          </a:solidFill>
          <a:latin typeface="+mn-lt"/>
          <a:ea typeface="+mn-ea"/>
          <a:cs typeface="+mn-cs"/>
        </a:defRPr>
      </a:lvl3pPr>
      <a:lvl4pPr marL="1352260" algn="l" defTabSz="901507" rtl="0" eaLnBrk="1" latinLnBrk="0" hangingPunct="1">
        <a:defRPr sz="1775" kern="1200">
          <a:solidFill>
            <a:schemeClr val="tx1"/>
          </a:solidFill>
          <a:latin typeface="+mn-lt"/>
          <a:ea typeface="+mn-ea"/>
          <a:cs typeface="+mn-cs"/>
        </a:defRPr>
      </a:lvl4pPr>
      <a:lvl5pPr marL="1803014" algn="l" defTabSz="901507" rtl="0" eaLnBrk="1" latinLnBrk="0" hangingPunct="1">
        <a:defRPr sz="1775" kern="1200">
          <a:solidFill>
            <a:schemeClr val="tx1"/>
          </a:solidFill>
          <a:latin typeface="+mn-lt"/>
          <a:ea typeface="+mn-ea"/>
          <a:cs typeface="+mn-cs"/>
        </a:defRPr>
      </a:lvl5pPr>
      <a:lvl6pPr marL="2253767" algn="l" defTabSz="901507" rtl="0" eaLnBrk="1" latinLnBrk="0" hangingPunct="1">
        <a:defRPr sz="1775" kern="1200">
          <a:solidFill>
            <a:schemeClr val="tx1"/>
          </a:solidFill>
          <a:latin typeface="+mn-lt"/>
          <a:ea typeface="+mn-ea"/>
          <a:cs typeface="+mn-cs"/>
        </a:defRPr>
      </a:lvl6pPr>
      <a:lvl7pPr marL="2704521" algn="l" defTabSz="901507" rtl="0" eaLnBrk="1" latinLnBrk="0" hangingPunct="1">
        <a:defRPr sz="1775" kern="1200">
          <a:solidFill>
            <a:schemeClr val="tx1"/>
          </a:solidFill>
          <a:latin typeface="+mn-lt"/>
          <a:ea typeface="+mn-ea"/>
          <a:cs typeface="+mn-cs"/>
        </a:defRPr>
      </a:lvl7pPr>
      <a:lvl8pPr marL="3155274" algn="l" defTabSz="901507" rtl="0" eaLnBrk="1" latinLnBrk="0" hangingPunct="1">
        <a:defRPr sz="1775" kern="1200">
          <a:solidFill>
            <a:schemeClr val="tx1"/>
          </a:solidFill>
          <a:latin typeface="+mn-lt"/>
          <a:ea typeface="+mn-ea"/>
          <a:cs typeface="+mn-cs"/>
        </a:defRPr>
      </a:lvl8pPr>
      <a:lvl9pPr marL="3606028" algn="l" defTabSz="901507" rtl="0" eaLnBrk="1" latinLnBrk="0" hangingPunct="1">
        <a:defRPr sz="17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rot="16200000">
            <a:off x="5044468" y="-5043495"/>
            <a:ext cx="2018768" cy="12107703"/>
          </a:xfrm>
          <a:prstGeom prst="rect">
            <a:avLst/>
          </a:prstGeom>
          <a:solidFill>
            <a:srgbClr val="5169D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154" tIns="45077" rIns="90154" bIns="450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774"/>
          </a:p>
        </p:txBody>
      </p:sp>
      <p:sp>
        <p:nvSpPr>
          <p:cNvPr id="7" name="Rectangle 6"/>
          <p:cNvSpPr/>
          <p:nvPr/>
        </p:nvSpPr>
        <p:spPr>
          <a:xfrm>
            <a:off x="1" y="972"/>
            <a:ext cx="1838824" cy="20187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4799" b="1" dirty="0" smtClean="0"/>
              <a:t>I</a:t>
            </a:r>
            <a:endParaRPr lang="en-US" sz="4799" b="1" dirty="0"/>
          </a:p>
        </p:txBody>
      </p:sp>
      <p:sp>
        <p:nvSpPr>
          <p:cNvPr id="16" name="Titre 1"/>
          <p:cNvSpPr txBox="1">
            <a:spLocks/>
          </p:cNvSpPr>
          <p:nvPr/>
        </p:nvSpPr>
        <p:spPr>
          <a:xfrm>
            <a:off x="1965646" y="602700"/>
            <a:ext cx="7604090" cy="830309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 algn="l" defTabSz="90178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3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599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Concept </a:t>
            </a:r>
            <a:r>
              <a:rPr lang="fr-FR" sz="3599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technologique </a:t>
            </a:r>
            <a:r>
              <a:rPr lang="fr-FR" sz="1800" b="1" dirty="0" smtClean="0">
                <a:solidFill>
                  <a:srgbClr val="FFFF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(Exemple)</a:t>
            </a:r>
            <a:endParaRPr lang="en-US" sz="1800" b="1" dirty="0">
              <a:solidFill>
                <a:srgbClr val="FFFF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934" y="2211155"/>
            <a:ext cx="7165515" cy="4676245"/>
          </a:xfrm>
          <a:prstGeom prst="rect">
            <a:avLst/>
          </a:prstGeom>
        </p:spPr>
      </p:pic>
      <p:sp>
        <p:nvSpPr>
          <p:cNvPr id="4" name="Parenthèses 3"/>
          <p:cNvSpPr/>
          <p:nvPr/>
        </p:nvSpPr>
        <p:spPr>
          <a:xfrm>
            <a:off x="1062486" y="2652806"/>
            <a:ext cx="2576064" cy="786871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799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Module de collecte des données</a:t>
            </a:r>
            <a:endParaRPr lang="en-US" sz="1799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8" name="Parenthèses 17"/>
          <p:cNvSpPr/>
          <p:nvPr/>
        </p:nvSpPr>
        <p:spPr>
          <a:xfrm>
            <a:off x="8159926" y="6123673"/>
            <a:ext cx="2244895" cy="786871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799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Module d’analyse des données</a:t>
            </a:r>
            <a:endParaRPr lang="en-US" sz="1799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9" name="Parenthèses 18"/>
          <p:cNvSpPr/>
          <p:nvPr/>
        </p:nvSpPr>
        <p:spPr>
          <a:xfrm>
            <a:off x="1062486" y="6123673"/>
            <a:ext cx="2576064" cy="786871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799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Module de Stockage et gestion de la donnée</a:t>
            </a:r>
            <a:endParaRPr lang="en-US" sz="1799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0" name="Parenthèses 19"/>
          <p:cNvSpPr/>
          <p:nvPr/>
        </p:nvSpPr>
        <p:spPr>
          <a:xfrm>
            <a:off x="8159926" y="2652806"/>
            <a:ext cx="2244895" cy="786871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799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Module de pré-traitement des données</a:t>
            </a:r>
            <a:endParaRPr lang="en-US" sz="1799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11" name="Connecteur en angle 10"/>
          <p:cNvCxnSpPr>
            <a:stCxn id="2" idx="3"/>
            <a:endCxn id="20" idx="0"/>
          </p:cNvCxnSpPr>
          <p:nvPr/>
        </p:nvCxnSpPr>
        <p:spPr>
          <a:xfrm flipH="1" flipV="1">
            <a:off x="9282374" y="2652806"/>
            <a:ext cx="68075" cy="1896472"/>
          </a:xfrm>
          <a:prstGeom prst="bentConnector4">
            <a:avLst>
              <a:gd name="adj1" fmla="val -1884556"/>
              <a:gd name="adj2" fmla="val 12313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en angle 33"/>
          <p:cNvCxnSpPr>
            <a:stCxn id="2" idx="1"/>
            <a:endCxn id="19" idx="1"/>
          </p:cNvCxnSpPr>
          <p:nvPr/>
        </p:nvCxnSpPr>
        <p:spPr>
          <a:xfrm rot="10800000" flipV="1">
            <a:off x="1062486" y="4549277"/>
            <a:ext cx="1122448" cy="1967831"/>
          </a:xfrm>
          <a:prstGeom prst="bentConnector3">
            <a:avLst>
              <a:gd name="adj1" fmla="val 1203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en angle 39"/>
          <p:cNvCxnSpPr>
            <a:stCxn id="2" idx="3"/>
            <a:endCxn id="18" idx="3"/>
          </p:cNvCxnSpPr>
          <p:nvPr/>
        </p:nvCxnSpPr>
        <p:spPr>
          <a:xfrm>
            <a:off x="9350449" y="4549278"/>
            <a:ext cx="1054373" cy="1967831"/>
          </a:xfrm>
          <a:prstGeom prst="bentConnector3">
            <a:avLst>
              <a:gd name="adj1" fmla="val 1216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en angle 44"/>
          <p:cNvCxnSpPr>
            <a:stCxn id="2" idx="1"/>
            <a:endCxn id="4" idx="1"/>
          </p:cNvCxnSpPr>
          <p:nvPr/>
        </p:nvCxnSpPr>
        <p:spPr>
          <a:xfrm rot="10800000">
            <a:off x="1062486" y="3046243"/>
            <a:ext cx="1122448" cy="1503036"/>
          </a:xfrm>
          <a:prstGeom prst="bentConnector3">
            <a:avLst>
              <a:gd name="adj1" fmla="val 1203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/>
          <p:cNvSpPr txBox="1"/>
          <p:nvPr/>
        </p:nvSpPr>
        <p:spPr>
          <a:xfrm>
            <a:off x="9282373" y="3631091"/>
            <a:ext cx="2528627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Solution (s) Technique (s)</a:t>
            </a:r>
            <a:endParaRPr lang="en-US" dirty="0"/>
          </a:p>
        </p:txBody>
      </p:sp>
      <p:sp>
        <p:nvSpPr>
          <p:cNvPr id="15" name="ZoneTexte 14"/>
          <p:cNvSpPr txBox="1"/>
          <p:nvPr/>
        </p:nvSpPr>
        <p:spPr>
          <a:xfrm>
            <a:off x="9282372" y="6881298"/>
            <a:ext cx="2528627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Solution (s) Technique (s)</a:t>
            </a:r>
            <a:endParaRPr lang="en-US" dirty="0"/>
          </a:p>
        </p:txBody>
      </p:sp>
      <p:sp>
        <p:nvSpPr>
          <p:cNvPr id="17" name="ZoneTexte 16"/>
          <p:cNvSpPr txBox="1"/>
          <p:nvPr/>
        </p:nvSpPr>
        <p:spPr>
          <a:xfrm>
            <a:off x="56972" y="3631091"/>
            <a:ext cx="2528627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Solution (s) Technique (s)</a:t>
            </a:r>
            <a:endParaRPr lang="en-US" dirty="0"/>
          </a:p>
        </p:txBody>
      </p:sp>
      <p:sp>
        <p:nvSpPr>
          <p:cNvPr id="21" name="ZoneTexte 20"/>
          <p:cNvSpPr txBox="1"/>
          <p:nvPr/>
        </p:nvSpPr>
        <p:spPr>
          <a:xfrm>
            <a:off x="56971" y="6881298"/>
            <a:ext cx="2528627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Solution (s) Technique (s)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139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rot="16200000">
            <a:off x="5044468" y="-5043495"/>
            <a:ext cx="2018768" cy="12107703"/>
          </a:xfrm>
          <a:prstGeom prst="rect">
            <a:avLst/>
          </a:prstGeom>
          <a:solidFill>
            <a:srgbClr val="5169D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154" tIns="45077" rIns="90154" bIns="4507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774"/>
          </a:p>
        </p:txBody>
      </p:sp>
      <p:sp>
        <p:nvSpPr>
          <p:cNvPr id="7" name="Rectangle 6"/>
          <p:cNvSpPr/>
          <p:nvPr/>
        </p:nvSpPr>
        <p:spPr>
          <a:xfrm>
            <a:off x="1" y="972"/>
            <a:ext cx="1838824" cy="201877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4799" b="1" dirty="0" smtClean="0"/>
              <a:t>II</a:t>
            </a:r>
            <a:endParaRPr lang="en-US" sz="4799" b="1" dirty="0"/>
          </a:p>
        </p:txBody>
      </p:sp>
      <p:sp>
        <p:nvSpPr>
          <p:cNvPr id="16" name="Titre 1"/>
          <p:cNvSpPr txBox="1">
            <a:spLocks/>
          </p:cNvSpPr>
          <p:nvPr/>
        </p:nvSpPr>
        <p:spPr>
          <a:xfrm>
            <a:off x="1965646" y="602700"/>
            <a:ext cx="7604090" cy="830309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 algn="l" defTabSz="90178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3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599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Evaluation des risques et solutions d’atténuation</a:t>
            </a:r>
            <a:endParaRPr lang="en-US" sz="3599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2" name="Parenthèses 21"/>
          <p:cNvSpPr/>
          <p:nvPr/>
        </p:nvSpPr>
        <p:spPr>
          <a:xfrm>
            <a:off x="895713" y="2555632"/>
            <a:ext cx="2368061" cy="738553"/>
          </a:xfrm>
          <a:prstGeom prst="bracketPair">
            <a:avLst/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</a:t>
            </a:r>
            <a:r>
              <a:rPr lang="fr-FR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echniques</a:t>
            </a: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3" name="Parenthèses 22"/>
          <p:cNvSpPr/>
          <p:nvPr/>
        </p:nvSpPr>
        <p:spPr>
          <a:xfrm>
            <a:off x="3481019" y="2555632"/>
            <a:ext cx="2368061" cy="738552"/>
          </a:xfrm>
          <a:prstGeom prst="bracketPair">
            <a:avLst/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Organisationnels</a:t>
            </a: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4" name="Parenthèses 23"/>
          <p:cNvSpPr/>
          <p:nvPr/>
        </p:nvSpPr>
        <p:spPr>
          <a:xfrm>
            <a:off x="6066325" y="2532185"/>
            <a:ext cx="2368061" cy="738552"/>
          </a:xfrm>
          <a:prstGeom prst="bracketPair">
            <a:avLst/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Economiques</a:t>
            </a: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5" name="Parenthèses 24"/>
          <p:cNvSpPr/>
          <p:nvPr/>
        </p:nvSpPr>
        <p:spPr>
          <a:xfrm>
            <a:off x="8651631" y="2532185"/>
            <a:ext cx="2368061" cy="738552"/>
          </a:xfrm>
          <a:prstGeom prst="bracketPair">
            <a:avLst/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Juridique/ légal</a:t>
            </a:r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graphicFrame>
        <p:nvGraphicFramePr>
          <p:cNvPr id="26" name="Tableau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732110"/>
              </p:ext>
            </p:extLst>
          </p:nvPr>
        </p:nvGraphicFramePr>
        <p:xfrm>
          <a:off x="797169" y="4153816"/>
          <a:ext cx="10386648" cy="26280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6662">
                  <a:extLst>
                    <a:ext uri="{9D8B030D-6E8A-4147-A177-3AD203B41FA5}">
                      <a16:colId xmlns:a16="http://schemas.microsoft.com/office/drawing/2014/main" val="1925760385"/>
                    </a:ext>
                  </a:extLst>
                </a:gridCol>
                <a:gridCol w="2596662">
                  <a:extLst>
                    <a:ext uri="{9D8B030D-6E8A-4147-A177-3AD203B41FA5}">
                      <a16:colId xmlns:a16="http://schemas.microsoft.com/office/drawing/2014/main" val="1253412331"/>
                    </a:ext>
                  </a:extLst>
                </a:gridCol>
                <a:gridCol w="2596662">
                  <a:extLst>
                    <a:ext uri="{9D8B030D-6E8A-4147-A177-3AD203B41FA5}">
                      <a16:colId xmlns:a16="http://schemas.microsoft.com/office/drawing/2014/main" val="2050864576"/>
                    </a:ext>
                  </a:extLst>
                </a:gridCol>
                <a:gridCol w="2596662">
                  <a:extLst>
                    <a:ext uri="{9D8B030D-6E8A-4147-A177-3AD203B41FA5}">
                      <a16:colId xmlns:a16="http://schemas.microsoft.com/office/drawing/2014/main" val="2977315661"/>
                    </a:ext>
                  </a:extLst>
                </a:gridCol>
              </a:tblGrid>
              <a:tr h="730702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Risques / Obstacles</a:t>
                      </a:r>
                      <a:r>
                        <a:rPr lang="fr-FR" baseline="0" dirty="0" smtClean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 / verrous</a:t>
                      </a:r>
                      <a:endParaRPr lang="en-US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Impact</a:t>
                      </a:r>
                      <a:endParaRPr lang="en-US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Probabilité</a:t>
                      </a:r>
                      <a:endParaRPr lang="en-US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>
                          <a:solidFill>
                            <a:schemeClr val="bg1"/>
                          </a:solidFill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Actions de mitigation</a:t>
                      </a:r>
                      <a:endParaRPr lang="en-US" dirty="0">
                        <a:solidFill>
                          <a:schemeClr val="bg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911342"/>
                  </a:ext>
                </a:extLst>
              </a:tr>
              <a:tr h="418172">
                <a:tc>
                  <a:txBody>
                    <a:bodyPr/>
                    <a:lstStyle/>
                    <a:p>
                      <a:r>
                        <a:rPr lang="fr-FR" dirty="0" smtClean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Temps de traitement excessif</a:t>
                      </a:r>
                      <a:endParaRPr lang="en-US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Moyen</a:t>
                      </a:r>
                      <a:endParaRPr lang="en-US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Moyenne</a:t>
                      </a:r>
                      <a:endParaRPr lang="en-US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Traitement Batch + parallélisation</a:t>
                      </a:r>
                      <a:endParaRPr lang="en-US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67939445"/>
                  </a:ext>
                </a:extLst>
              </a:tr>
              <a:tr h="418172">
                <a:tc>
                  <a:txBody>
                    <a:bodyPr/>
                    <a:lstStyle/>
                    <a:p>
                      <a:r>
                        <a:rPr lang="fr-FR" dirty="0" smtClean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Perte de données</a:t>
                      </a:r>
                      <a:endParaRPr lang="en-US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Critique</a:t>
                      </a:r>
                      <a:endParaRPr lang="en-US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Faible</a:t>
                      </a:r>
                      <a:endParaRPr lang="en-US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Sauvergardes &amp; Redondance</a:t>
                      </a:r>
                      <a:endParaRPr lang="en-US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4857415"/>
                  </a:ext>
                </a:extLst>
              </a:tr>
              <a:tr h="418172">
                <a:tc>
                  <a:txBody>
                    <a:bodyPr/>
                    <a:lstStyle/>
                    <a:p>
                      <a:r>
                        <a:rPr lang="fr-FR" dirty="0" smtClean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Mauvaise interprétation</a:t>
                      </a:r>
                      <a:endParaRPr lang="en-US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Elevé</a:t>
                      </a:r>
                      <a:endParaRPr lang="en-US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Moyenne</a:t>
                      </a:r>
                      <a:endParaRPr lang="en-US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Légendes &amp; Méthodologie</a:t>
                      </a:r>
                      <a:endParaRPr lang="en-US" dirty="0"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609607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137569" y="1095816"/>
            <a:ext cx="12237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rgbClr val="FFFF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(Exemple)</a:t>
            </a:r>
            <a:endParaRPr lang="en-US" b="1" dirty="0">
              <a:solidFill>
                <a:srgbClr val="FFFF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000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rot="16200000">
            <a:off x="5255350" y="-5283927"/>
            <a:ext cx="1600202" cy="12110901"/>
          </a:xfrm>
          <a:prstGeom prst="rect">
            <a:avLst/>
          </a:prstGeom>
          <a:solidFill>
            <a:srgbClr val="5169D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178" tIns="45089" rIns="90178" bIns="450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775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990867" y="475956"/>
            <a:ext cx="7235708" cy="677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0178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3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</a:t>
            </a:r>
            <a:r>
              <a:rPr lang="fr-FR" sz="3600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lan d’action &amp; Estimation Budget</a:t>
            </a:r>
            <a:endParaRPr lang="en-US" sz="3600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-2"/>
            <a:ext cx="1839310" cy="15716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 b="1" dirty="0" smtClean="0"/>
              <a:t>III</a:t>
            </a:r>
            <a:endParaRPr lang="en-US" sz="4800" b="1" dirty="0"/>
          </a:p>
        </p:txBody>
      </p:sp>
      <p:cxnSp>
        <p:nvCxnSpPr>
          <p:cNvPr id="9" name="Connecteur droit 8"/>
          <p:cNvCxnSpPr/>
          <p:nvPr/>
        </p:nvCxnSpPr>
        <p:spPr>
          <a:xfrm>
            <a:off x="173116" y="2376245"/>
            <a:ext cx="115521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 flipV="1">
            <a:off x="188936" y="3065384"/>
            <a:ext cx="11536339" cy="150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 flipV="1">
            <a:off x="220798" y="3764568"/>
            <a:ext cx="11575130" cy="651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 flipV="1">
            <a:off x="220800" y="4539564"/>
            <a:ext cx="11575128" cy="539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/>
          <p:nvPr/>
        </p:nvCxnSpPr>
        <p:spPr>
          <a:xfrm flipV="1">
            <a:off x="220802" y="5445963"/>
            <a:ext cx="11616464" cy="430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 flipV="1">
            <a:off x="220798" y="6212329"/>
            <a:ext cx="11616468" cy="7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1914436" y="1967583"/>
            <a:ext cx="0" cy="4252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0" y="2376245"/>
            <a:ext cx="1772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600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Phase de cadrage</a:t>
            </a:r>
            <a:endParaRPr lang="en-US" sz="16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5681" y="3137195"/>
            <a:ext cx="1891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200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Phase 2 – Déploiement du Module de collecte et prétraitement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8023" y="3811625"/>
            <a:ext cx="1953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200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Phase 3 – Déploiement du Module de traitement et analyse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6469" y="4638270"/>
            <a:ext cx="19079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200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Phase 4 – Construction de l’interface Rapports &amp; Restitution d’indicateurs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93657" y="5563944"/>
            <a:ext cx="1772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200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Phase de validation final du concept entier</a:t>
            </a:r>
            <a:endParaRPr lang="en-US" sz="1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2" name="Rectangle à coins arrondis 21"/>
          <p:cNvSpPr/>
          <p:nvPr/>
        </p:nvSpPr>
        <p:spPr>
          <a:xfrm>
            <a:off x="2058773" y="2699719"/>
            <a:ext cx="921747" cy="26956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Rectangle à coins arrondis 22"/>
          <p:cNvSpPr/>
          <p:nvPr/>
        </p:nvSpPr>
        <p:spPr>
          <a:xfrm>
            <a:off x="2980520" y="3355373"/>
            <a:ext cx="1964688" cy="26956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Rectangle à coins arrondis 23"/>
          <p:cNvSpPr/>
          <p:nvPr/>
        </p:nvSpPr>
        <p:spPr>
          <a:xfrm>
            <a:off x="4311545" y="4047279"/>
            <a:ext cx="1892968" cy="26956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" name="Rectangle à coins arrondis 24"/>
          <p:cNvSpPr/>
          <p:nvPr/>
        </p:nvSpPr>
        <p:spPr>
          <a:xfrm>
            <a:off x="6007901" y="4799508"/>
            <a:ext cx="1824314" cy="26956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7" name="Rectangle à coins arrondis 26"/>
          <p:cNvSpPr/>
          <p:nvPr/>
        </p:nvSpPr>
        <p:spPr>
          <a:xfrm>
            <a:off x="4071867" y="5707917"/>
            <a:ext cx="4275008" cy="26956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8" name="Triangle isocèle 27"/>
          <p:cNvSpPr/>
          <p:nvPr/>
        </p:nvSpPr>
        <p:spPr>
          <a:xfrm>
            <a:off x="7742892" y="4552652"/>
            <a:ext cx="224590" cy="18549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41" name="Connecteur droit 40"/>
          <p:cNvCxnSpPr/>
          <p:nvPr/>
        </p:nvCxnSpPr>
        <p:spPr>
          <a:xfrm>
            <a:off x="8484466" y="1799365"/>
            <a:ext cx="41339" cy="44129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>
            <a:off x="10160866" y="1799365"/>
            <a:ext cx="0" cy="44205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/>
          <p:cNvSpPr txBox="1"/>
          <p:nvPr/>
        </p:nvSpPr>
        <p:spPr>
          <a:xfrm>
            <a:off x="8525805" y="1741205"/>
            <a:ext cx="1772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600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Ressources nécessaires</a:t>
            </a:r>
            <a:endParaRPr lang="en-US" sz="16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4" name="ZoneTexte 43"/>
          <p:cNvSpPr txBox="1"/>
          <p:nvPr/>
        </p:nvSpPr>
        <p:spPr>
          <a:xfrm>
            <a:off x="10298458" y="1741204"/>
            <a:ext cx="1772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600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Livrables</a:t>
            </a:r>
            <a:endParaRPr lang="en-US" sz="16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525805" y="6887712"/>
            <a:ext cx="1635061" cy="38938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Coût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3823119" y="903286"/>
            <a:ext cx="12237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rgbClr val="FFFF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(Exemple)</a:t>
            </a:r>
            <a:endParaRPr lang="en-US" b="1" dirty="0">
              <a:solidFill>
                <a:srgbClr val="FFFF0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53034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303</TotalTime>
  <Words>164</Words>
  <Application>Microsoft Office PowerPoint</Application>
  <PresentationFormat>Personnalisé</PresentationFormat>
  <Paragraphs>44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 Semibold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Fatimaezzahra FOUAD</dc:creator>
  <cp:lastModifiedBy>Fatimaezzahra FOUAD</cp:lastModifiedBy>
  <cp:revision>6</cp:revision>
  <dcterms:created xsi:type="dcterms:W3CDTF">2026-01-29T15:16:43Z</dcterms:created>
  <dcterms:modified xsi:type="dcterms:W3CDTF">2026-01-29T20:20:08Z</dcterms:modified>
</cp:coreProperties>
</file>